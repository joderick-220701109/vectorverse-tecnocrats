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Bebas Neue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owOtX52Kv8lSmGPzPnI2DiyFZ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»"/>
              <a:defRPr sz="2800"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2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2648248" y="2225537"/>
            <a:ext cx="14879954" cy="198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00"/>
              <a:buFont typeface="Arial"/>
              <a:buNone/>
            </a:pPr>
            <a:r>
              <a:rPr lang="en-US" sz="129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Lexivion</a:t>
            </a:r>
            <a:endParaRPr dirty="0"/>
          </a:p>
        </p:txBody>
      </p:sp>
      <p:sp>
        <p:nvSpPr>
          <p:cNvPr id="61" name="Google Shape;61;p1"/>
          <p:cNvSpPr txBox="1"/>
          <p:nvPr/>
        </p:nvSpPr>
        <p:spPr>
          <a:xfrm>
            <a:off x="1721291" y="6105949"/>
            <a:ext cx="14819908" cy="168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Trebuchet MS"/>
              <a:buNone/>
            </a:pPr>
            <a:r>
              <a:rPr lang="en-US" sz="3900" b="0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TEAM NAME : </a:t>
            </a:r>
            <a:r>
              <a:rPr lang="en-US" sz="3900" b="0" i="0" u="none" strike="noStrike" cap="none" dirty="0" err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VectorVerse</a:t>
            </a:r>
            <a:endParaRPr dirty="0"/>
          </a:p>
          <a:p>
            <a:pPr lvl="0">
              <a:lnSpc>
                <a:spcPct val="140010"/>
              </a:lnSpc>
              <a:buClr>
                <a:srgbClr val="FFFFFF"/>
              </a:buClr>
              <a:buSzPts val="3900"/>
            </a:pPr>
            <a:r>
              <a:rPr lang="en-US" sz="3900" b="0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THEME/</a:t>
            </a:r>
            <a:r>
              <a:rPr lang="en-US" sz="3900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TRACK : Artificial Intelligence / Machine Learning</a:t>
            </a:r>
            <a:endParaRPr dirty="0"/>
          </a:p>
        </p:txBody>
      </p:sp>
      <p:pic>
        <p:nvPicPr>
          <p:cNvPr id="62" name="Google Shape;62;p1" descr="IMG_012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id="63" name="Google Shape;63;p1" descr="IMG_0123-removebg-preview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/>
        </p:nvSpPr>
        <p:spPr>
          <a:xfrm>
            <a:off x="812800" y="2132116"/>
            <a:ext cx="13231151" cy="140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9900"/>
              <a:buFont typeface="Arial"/>
              <a:buNone/>
            </a:pPr>
            <a:r>
              <a:rPr lang="en-US" sz="9900" b="1" i="0" u="none" strike="noStrike" cap="none">
                <a:solidFill>
                  <a:srgbClr val="F8F6F7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812800" y="4089732"/>
            <a:ext cx="8997291" cy="422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2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Organizations today—businesses, hospitals, universities, legal firms, and government offices—are drowning in unstructured documents such as PDFs, reports, manuals, policies, contracts, academic material, and scanned </a:t>
            </a:r>
            <a:r>
              <a:rPr lang="en-US" sz="2800" dirty="0" err="1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images.These</a:t>
            </a:r>
            <a:r>
              <a:rPr lang="en-US" sz="2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 documents contain critical information, but retrieving the correct answer at the right time is slow, frustrating, and error-prone. </a:t>
            </a:r>
          </a:p>
        </p:txBody>
      </p:sp>
      <p:pic>
        <p:nvPicPr>
          <p:cNvPr id="70" name="Google Shape;70;p2" descr="IMG_0123-removebg-previe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 descr="IMG_0124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sp>
        <p:nvSpPr>
          <p:cNvPr id="6" name="Google Shape;69;p2">
            <a:extLst>
              <a:ext uri="{FF2B5EF4-FFF2-40B4-BE49-F238E27FC236}">
                <a16:creationId xmlns:a16="http://schemas.microsoft.com/office/drawing/2014/main" id="{0B3F45F8-9FC5-4F40-95C3-6FA6EE5B5C6F}"/>
              </a:ext>
            </a:extLst>
          </p:cNvPr>
          <p:cNvSpPr txBox="1"/>
          <p:nvPr/>
        </p:nvSpPr>
        <p:spPr>
          <a:xfrm>
            <a:off x="10690667" y="4116690"/>
            <a:ext cx="6977270" cy="53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28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Why This Problem is Important?</a:t>
            </a:r>
            <a:endParaRPr lang="en-IN" sz="2800" dirty="0"/>
          </a:p>
          <a:p>
            <a:pPr algn="just">
              <a:lnSpc>
                <a:spcPct val="140000"/>
              </a:lnSpc>
            </a:pP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✔ It directly affects </a:t>
            </a:r>
            <a:r>
              <a:rPr lang="en-US" sz="2000" dirty="0" err="1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productivityStudies</a:t>
            </a: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 show 20–30% of employee time is wasted searching for information.</a:t>
            </a:r>
            <a:endParaRPr lang="en-IN" sz="2000" dirty="0"/>
          </a:p>
          <a:p>
            <a:pPr algn="just">
              <a:lnSpc>
                <a:spcPct val="140000"/>
              </a:lnSpc>
            </a:pP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✔ It affects </a:t>
            </a:r>
            <a:r>
              <a:rPr lang="en-US" sz="2000" dirty="0" err="1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accuracyMisinterpreting</a:t>
            </a: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 or missing critical documents can lead to operational, legal, or medical errors.</a:t>
            </a:r>
            <a:endParaRPr lang="en-IN" sz="2000" dirty="0"/>
          </a:p>
          <a:p>
            <a:pPr algn="just">
              <a:lnSpc>
                <a:spcPct val="140000"/>
              </a:lnSpc>
            </a:pP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✔ It enables faster </a:t>
            </a:r>
            <a:r>
              <a:rPr lang="en-US" sz="2000" dirty="0" err="1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decisionsRapid</a:t>
            </a: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 access to the right information empowers smarter choices in daily operations.</a:t>
            </a:r>
            <a:endParaRPr lang="en-IN" sz="2000" dirty="0"/>
          </a:p>
          <a:p>
            <a:pPr algn="just">
              <a:lnSpc>
                <a:spcPct val="140000"/>
              </a:lnSpc>
            </a:pP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✔ It supports digital </a:t>
            </a:r>
            <a:r>
              <a:rPr lang="en-US" sz="2000" dirty="0" err="1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transformationA</a:t>
            </a: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 smart document assistant is a key requirement in the AI-enabled era.</a:t>
            </a:r>
            <a:endParaRPr lang="en-IN" sz="2000" dirty="0"/>
          </a:p>
          <a:p>
            <a:pPr algn="just">
              <a:lnSpc>
                <a:spcPct val="140000"/>
              </a:lnSpc>
            </a:pP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✔ It democratizes </a:t>
            </a:r>
            <a:r>
              <a:rPr lang="en-US" sz="2000" dirty="0" err="1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knowledgeEven</a:t>
            </a:r>
            <a:r>
              <a:rPr lang="en-US" sz="2000" dirty="0">
                <a:solidFill>
                  <a:srgbClr val="F8F6F7"/>
                </a:solidFill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 non-technical users should be able to ask questions naturally and get reliable answers instantly.</a:t>
            </a: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" descr="IMG_012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id="77" name="Google Shape;77;p3" descr="IMG_0123-removebg-preview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800100" y="1376742"/>
            <a:ext cx="13231151" cy="140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9900"/>
              <a:buFont typeface="Arial"/>
              <a:buNone/>
            </a:pPr>
            <a:r>
              <a:rPr lang="en-US" sz="9900" b="1" i="0" u="none" strike="noStrike" cap="none" dirty="0">
                <a:solidFill>
                  <a:srgbClr val="F8F6F7"/>
                </a:solidFill>
                <a:latin typeface="Arial"/>
                <a:ea typeface="Arial"/>
                <a:cs typeface="Arial"/>
                <a:sym typeface="Arial"/>
              </a:rPr>
              <a:t>Proposed Solution </a:t>
            </a:r>
            <a:endParaRPr dirty="0"/>
          </a:p>
        </p:txBody>
      </p:sp>
      <p:sp>
        <p:nvSpPr>
          <p:cNvPr id="79" name="Google Shape;79;p3"/>
          <p:cNvSpPr txBox="1"/>
          <p:nvPr/>
        </p:nvSpPr>
        <p:spPr>
          <a:xfrm>
            <a:off x="862325" y="3016701"/>
            <a:ext cx="13563901" cy="698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Our idea is to build </a:t>
            </a:r>
            <a:r>
              <a:rPr lang="en-US" sz="1800" dirty="0" err="1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Lexivion</a:t>
            </a: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 — an intelligent, AI-powered document assistant that can understand, process, and answer questions from complex PDFs using both text and images.</a:t>
            </a: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It transforms unstructured documents into a searchable knowledge engine using: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Text embedding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Image embedding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Vector similarity search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A multi-modal RAG pipeline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Gemini for structured, accurate answers</a:t>
            </a: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This means a user can upload any PDF—reports, manuals, legal paperwork, academic content—and ask natural-language questions like: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“Summarize page 10,”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“What is the procedure for patient discharge?”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“Show me the diagram for the electrical circuit,”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“Explain the financial summary of the report.”</a:t>
            </a: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And the system returns clear, accurate, evidence-linked answers supported by both text and images extracted from the document.</a:t>
            </a:r>
            <a:endParaRPr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4" descr="IMG_012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id="85" name="Google Shape;85;p4" descr="IMG_0123-removebg-preview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 txBox="1"/>
          <p:nvPr/>
        </p:nvSpPr>
        <p:spPr>
          <a:xfrm>
            <a:off x="800100" y="2132116"/>
            <a:ext cx="13231151" cy="140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9900"/>
              <a:buFont typeface="Arial"/>
              <a:buNone/>
            </a:pPr>
            <a:r>
              <a:rPr lang="en-US" sz="9900" b="1" i="0" u="none" strike="noStrike" cap="none">
                <a:solidFill>
                  <a:srgbClr val="F8F6F7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/>
          </a:p>
        </p:txBody>
      </p:sp>
      <p:sp>
        <p:nvSpPr>
          <p:cNvPr id="87" name="Google Shape;87;p4"/>
          <p:cNvSpPr txBox="1"/>
          <p:nvPr/>
        </p:nvSpPr>
        <p:spPr>
          <a:xfrm>
            <a:off x="862326" y="3772075"/>
            <a:ext cx="7301014" cy="5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Frontend (User Interface)</a:t>
            </a:r>
          </a:p>
          <a:p>
            <a:pPr marL="342900" lvl="0" indent="-34290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React + </a:t>
            </a:r>
            <a:r>
              <a:rPr lang="en-US" sz="1800" dirty="0" err="1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Vite</a:t>
            </a: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 — Fast, modern UI framework and bundler</a:t>
            </a:r>
          </a:p>
          <a:p>
            <a:pPr marL="342900" lvl="0" indent="-34290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Tailwind CSS — Lightweight styling for a responsive interface</a:t>
            </a:r>
          </a:p>
          <a:p>
            <a:pPr marL="342900" lvl="0" indent="-34290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Axios</a:t>
            </a: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 — For API communication</a:t>
            </a:r>
          </a:p>
          <a:p>
            <a:pPr marL="342900" lvl="0" indent="-34290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PDF Modal Viewer — Displays PDF pages dynamically</a:t>
            </a:r>
          </a:p>
          <a:p>
            <a:pPr marL="342900" lvl="0" indent="-34290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LocalStorage</a:t>
            </a: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 Auth Tokens — Stores user login session</a:t>
            </a: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endParaRPr lang="en-US" sz="1800" dirty="0">
              <a:solidFill>
                <a:srgbClr val="F8F6F7"/>
              </a:solidFill>
              <a:latin typeface="Trebuchet MS"/>
              <a:sym typeface="Trebuchet MS"/>
            </a:endParaRP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Backend (API + Core Logic)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Flask (Python) — REST API framework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Blueprints — Modular route separation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F8F6F7"/>
                </a:solidFill>
                <a:latin typeface="Trebuchet MS"/>
                <a:sym typeface="Trebuchet MS"/>
              </a:rPr>
              <a:t>itsdangerous</a:t>
            </a: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 — Token-based authentication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F8F6F7"/>
                </a:solidFill>
                <a:latin typeface="Trebuchet MS"/>
                <a:sym typeface="Trebuchet MS"/>
              </a:rPr>
              <a:t>Pydantic</a:t>
            </a: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-like validations (manual)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Python Services Architecture</a:t>
            </a:r>
            <a:endParaRPr sz="1050" dirty="0"/>
          </a:p>
        </p:txBody>
      </p:sp>
      <p:sp>
        <p:nvSpPr>
          <p:cNvPr id="6" name="Google Shape;87;p4">
            <a:extLst>
              <a:ext uri="{FF2B5EF4-FFF2-40B4-BE49-F238E27FC236}">
                <a16:creationId xmlns:a16="http://schemas.microsoft.com/office/drawing/2014/main" id="{12265BA5-EB90-4BF8-B916-BC334E8F82FC}"/>
              </a:ext>
            </a:extLst>
          </p:cNvPr>
          <p:cNvSpPr txBox="1"/>
          <p:nvPr/>
        </p:nvSpPr>
        <p:spPr>
          <a:xfrm>
            <a:off x="9240185" y="3772075"/>
            <a:ext cx="7301014" cy="542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Database + Storage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PostgreSQL — Main data store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pgvector</a:t>
            </a: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 — Similarity search for embeddings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JSONB + GIN Indexing — For metadata and fast filtering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Base64 Image Storage — Stores extracted PDF images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Migrations (SQL scripts) — Version-controlled DB schema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AI + ML Components</a:t>
            </a: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Text Embeddings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BGE (BAAI General Embedding)</a:t>
            </a: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Image Embeddings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CLIP ViT-H-14</a:t>
            </a:r>
          </a:p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LLM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sym typeface="Trebuchet MS"/>
              </a:rPr>
              <a:t>Google Gemini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5" descr="IMG_012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id="93" name="Google Shape;93;p5" descr="IMG_0123-removebg-preview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800100" y="2132116"/>
            <a:ext cx="16779483" cy="140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9900"/>
              <a:buFont typeface="Arial"/>
              <a:buNone/>
            </a:pPr>
            <a:r>
              <a:rPr lang="en-US" sz="9900" b="1" i="0" u="none" strike="noStrike" cap="none">
                <a:solidFill>
                  <a:srgbClr val="F8F6F7"/>
                </a:solidFill>
                <a:latin typeface="Arial"/>
                <a:ea typeface="Arial"/>
                <a:cs typeface="Arial"/>
                <a:sym typeface="Arial"/>
              </a:rPr>
              <a:t>Expected Outcome / Impact</a:t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862325" y="3772075"/>
            <a:ext cx="10256249" cy="542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 err="1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Lexivion</a:t>
            </a: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 provides a smart framework capable of comprehending, processing and answering questions in difficult PDFs in real time, both in the form of text and in the form of images.</a:t>
            </a:r>
          </a:p>
          <a:p>
            <a:pPr lvl="0">
              <a:lnSpc>
                <a:spcPct val="140000"/>
              </a:lnSpc>
              <a:buClr>
                <a:srgbClr val="F8F6F7"/>
              </a:buClr>
              <a:buSzPts val="2800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After the project is done, it will enable the users to:</a:t>
            </a:r>
          </a:p>
          <a:p>
            <a:pPr lvl="0">
              <a:lnSpc>
                <a:spcPct val="140000"/>
              </a:lnSpc>
              <a:buClr>
                <a:srgbClr val="F8F6F7"/>
              </a:buClr>
              <a:buSzPts val="2800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Upload any PDF (reports, manuals, policies, academic content, legal papers, etc.)</a:t>
            </a:r>
          </a:p>
          <a:p>
            <a:pPr lvl="0">
              <a:lnSpc>
                <a:spcPct val="140000"/>
              </a:lnSpc>
              <a:buClr>
                <a:srgbClr val="F8F6F7"/>
              </a:buClr>
              <a:buSzPts val="2800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lvl="0" indent="-285750"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Ask natural-language questions</a:t>
            </a:r>
          </a:p>
          <a:p>
            <a:pPr marL="285750" lvl="0" indent="-285750"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lvl="0" indent="-285750"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Receive accurate, structured answers with referenced text and images</a:t>
            </a:r>
          </a:p>
          <a:p>
            <a:pPr marL="285750" lvl="0" indent="-285750"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lvl="0" indent="-285750"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Preview the exact pages and sections where the answer came from</a:t>
            </a:r>
          </a:p>
          <a:p>
            <a:pPr marL="285750" lvl="0" indent="-285750"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lvl="0" indent="-285750"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Navigate documents faster and more intelligently than traditional search tools</a:t>
            </a:r>
          </a:p>
          <a:p>
            <a:pPr lvl="0">
              <a:lnSpc>
                <a:spcPct val="140000"/>
              </a:lnSpc>
              <a:buClr>
                <a:srgbClr val="F8F6F7"/>
              </a:buClr>
              <a:buSzPts val="2800"/>
            </a:pPr>
            <a:endParaRPr lang="en-US" sz="1800" dirty="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This creates a powerful, user-friendly document intelligence platform that works across industries.</a:t>
            </a:r>
            <a:endParaRPr sz="1050" dirty="0"/>
          </a:p>
        </p:txBody>
      </p:sp>
      <p:sp>
        <p:nvSpPr>
          <p:cNvPr id="6" name="Google Shape;95;p5">
            <a:extLst>
              <a:ext uri="{FF2B5EF4-FFF2-40B4-BE49-F238E27FC236}">
                <a16:creationId xmlns:a16="http://schemas.microsoft.com/office/drawing/2014/main" id="{D10F7299-26E8-478F-9FEF-19848CAEBB2E}"/>
              </a:ext>
            </a:extLst>
          </p:cNvPr>
          <p:cNvSpPr txBox="1"/>
          <p:nvPr/>
        </p:nvSpPr>
        <p:spPr>
          <a:xfrm>
            <a:off x="11784288" y="3772075"/>
            <a:ext cx="5795296" cy="620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  <a:buClr>
                <a:srgbClr val="F8F6F7"/>
              </a:buClr>
              <a:buSzPts val="2800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Impact of the Project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Significantly reduces time spent searching through long documents - Users find answers in seconds instead of hours.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Improves accuracy and reduces human errors - Answers come directly from document sources, lowering the risk of misinterpretation.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Enables natural language querying of complex PDFs - Anyone can extract insights without technical knowledge or manual reading.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Makes documents with images, charts, and diagrams searchable - Multimodal intelligence handles content traditional keyword search cannot.</a:t>
            </a:r>
          </a:p>
          <a:p>
            <a:pPr marL="285750" lvl="0" indent="-285750" algn="just">
              <a:lnSpc>
                <a:spcPct val="140000"/>
              </a:lnSpc>
              <a:buClr>
                <a:srgbClr val="F8F6F7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Boosts productivity across industries - Useful for education, healthcare, legal, business, HR, operations, and research.</a:t>
            </a:r>
            <a:endParaRPr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/>
        </p:nvSpPr>
        <p:spPr>
          <a:xfrm>
            <a:off x="4724400" y="196101"/>
            <a:ext cx="8001000" cy="851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3222668" y="2428910"/>
            <a:ext cx="7087501" cy="542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Team Lead: Joderick Sherwi</a:t>
            </a:r>
            <a:r>
              <a:rPr lang="en-US" sz="2800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n J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College Name: Rajalakshmi Engineering College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Email: 220701109@Rajalakshmi.edu.in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Phone: +91 70949 44667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Member 2: Karthiga R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College Name: Rajalakshmi Engineerin</a:t>
            </a:r>
            <a:r>
              <a:rPr lang="en-US" sz="2800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g College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Email: 220701119@Rajalakshmi.edu.in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Phone: +91 93448 20905</a:t>
            </a:r>
            <a:endParaRPr dirty="0"/>
          </a:p>
        </p:txBody>
      </p:sp>
      <p:pic>
        <p:nvPicPr>
          <p:cNvPr id="103" name="Google Shape;103;p6" descr="IMG_012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id="104" name="Google Shape;104;p6" descr="IMG_0123-removebg-preview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728</Words>
  <Application>Microsoft Office PowerPoint</Application>
  <PresentationFormat>Custom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Bebas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Joderick Sherwin J</dc:creator>
  <cp:lastModifiedBy>ZBOOK</cp:lastModifiedBy>
  <cp:revision>4</cp:revision>
  <dcterms:modified xsi:type="dcterms:W3CDTF">2025-11-22T18:46:27Z</dcterms:modified>
</cp:coreProperties>
</file>